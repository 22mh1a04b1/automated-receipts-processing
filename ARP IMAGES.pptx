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926A-CF9F-B808-DE26-783F69B09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A3F95-4516-1226-A176-323BE64B1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B1A00-454F-8114-ADBF-FE3315E8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2C314-8E27-8E31-9545-2C8F7A1B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FEB11-EF46-A5B2-5817-F9182C94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7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D1FF-301D-4F53-7279-11A65C4A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F573F-141F-E663-9D04-7A8B7D0EE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B3F3B-16FB-D917-45C5-FE610928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CB891-EAB3-FAC8-B598-F337CF9F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03ABF-A358-13E5-9083-54AD7D63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16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4D37B-F047-F68F-B659-DC1DDED77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F12DA-F754-B473-2CEA-65E407CC4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18B33-3DA8-FD50-B1B7-59645461E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8C0E7-C4B9-708F-1CE9-53B89EAD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CB51-F3EB-96AF-9992-472D514E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788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477C9-77F0-303D-B577-7A88A10F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6D70-0F34-D10F-3C8C-77BF7ED5A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28BE4-5162-7745-AEA7-4070002C0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DA26B-1747-68DB-0397-E753B051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BA6AE-BA00-FACA-5B7E-F686AA76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EE7CC-7137-1F9B-34E9-ED150B6E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867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7BA02-79D1-A8FD-6205-763FD47AE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1237E-8522-B614-A777-A5088848D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87037-0DAC-511D-D0C3-824C9D77F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9A196-A4F8-502A-7B58-0515E3D5B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BC453D-57D2-52BB-21CB-B6D4C52A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1301D-D76B-5732-0169-F368818D7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6E750C-4A96-B5B7-C034-1C140D5F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F7C051-5B8E-3B64-CDF0-DFE07B1B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13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6A06A-51FC-EC21-AADA-53B2A3C0F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F7353-347B-3F51-FF64-FFC70AF3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12B05-0A75-9654-095C-EC8479D0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B6571-BB69-7070-223B-06000859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71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B7C6CB-F0B3-AEC0-67A7-CDBA5DC38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5575E-E4F8-B87E-BE95-7AA6E5223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AF0DD-6807-8708-86FF-4FE2C703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507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34D80-DC49-82DA-884C-6AAA696C7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BDF75-C6B4-1C44-1E48-6BCD82ADB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CB4D9-8F72-F71D-5E45-6CAD4734D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473DB-18DC-FD86-70C2-C68CCC5B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9DAC9-59CC-F400-86FD-C63A3C3B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0151D-5CB2-2270-05A5-296C27F1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6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B721-5AE1-E6A8-3B3D-14A5F062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410DC-F00D-0852-707F-27D0F0ECE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71534-4E0C-2776-7F62-A3B503E82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EBB87-5FFA-8E96-24EF-36F0A2F4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76A5A-C313-FD8B-E365-8AE0A5FD3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4E7FC-DBE9-7914-3260-01AEFB64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0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A1B8-FC36-7345-5045-2EF2C232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CC12D-C52F-F216-41DD-2A5B19B1E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D49F3-3B23-9808-855D-039A9F9C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33D8D-A5AD-8AA4-6FC3-6FD5409C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27B3-D72F-3481-A614-D84A90F6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806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1C4181-D0F7-13AA-2D3B-33BFE55BA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259F0-E1A3-5BA4-E62B-74B7DF718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8E5B7-2B78-568C-8EF8-6EDBA4196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C74A0-F42F-ACED-3BA2-9D8451D6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34855-84AA-3EEC-F0CE-423AF876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88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4A7D6-83AB-42D2-8D9F-E80E49E7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D383E-9019-E58E-D1AF-D440E7E52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32A6B-4446-FFCC-3CD2-08728247B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C6E28-52E4-41ED-B9A8-68DBAD58C261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F7C0F-5B94-DB5F-50FA-A9739A0DD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1A223-B3E3-0651-C65F-71C354B7C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D6799-743D-4CDA-ADA2-141D287454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49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70FF-5C47-51B8-AE84-D8704EB32D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receipts 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AED56-B205-0492-9C2F-A5028A255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91232"/>
            <a:ext cx="9144000" cy="19136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158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617-3284-A860-9A80-CC0AA31C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this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C50BB-E20F-90C7-25C1-E2E086C67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54" y="2601798"/>
            <a:ext cx="8861194" cy="338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9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A43821-E028-5AD4-7715-3635173FB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76" y="575034"/>
            <a:ext cx="10454326" cy="2623005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04E4637B-FA9B-1192-6266-751BEEBA2C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5EF011C-FB23-4FB6-CD6E-002D71A51F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72A470B-4144-6C81-4891-3F6826CEFB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2978" y="3428999"/>
            <a:ext cx="6421224" cy="42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1230AF-9399-DF26-07C6-F1C6F044C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08" y="4081807"/>
            <a:ext cx="11076495" cy="194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0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F539CD-FDAF-AE13-20C0-3B6127EEE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74" y="320512"/>
            <a:ext cx="10708850" cy="21964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FD3902-6671-C1EB-A679-CB4F7E49E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4" t="10313" r="3737" b="7189"/>
          <a:stretch>
            <a:fillRect/>
          </a:stretch>
        </p:blipFill>
        <p:spPr>
          <a:xfrm>
            <a:off x="386499" y="3429000"/>
            <a:ext cx="11217897" cy="21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3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27469-017F-CD89-7625-74866033F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55" y="273377"/>
            <a:ext cx="11029360" cy="2253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496262-3456-647C-C1D3-F57E84331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65" y="3789575"/>
            <a:ext cx="11359300" cy="250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5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Automated receipts processing</vt:lpstr>
      <vt:lpstr>Process of this project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nav11 nav11</dc:creator>
  <cp:lastModifiedBy>nav11 nav11</cp:lastModifiedBy>
  <cp:revision>1</cp:revision>
  <dcterms:created xsi:type="dcterms:W3CDTF">2025-07-20T11:38:07Z</dcterms:created>
  <dcterms:modified xsi:type="dcterms:W3CDTF">2025-07-20T11:40:49Z</dcterms:modified>
</cp:coreProperties>
</file>